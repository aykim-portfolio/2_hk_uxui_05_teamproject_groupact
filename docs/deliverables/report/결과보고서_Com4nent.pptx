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2011680"/>
            <a:ext cx="5943600" cy="5943600"/>
          </a:xfrm>
          <a:prstGeom prst="ellipse">
            <a:avLst/>
          </a:prstGeom>
          <a:solidFill>
            <a:srgbClr val="0FB9A7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2766060"/>
            <a:ext cx="4023360" cy="4023360"/>
          </a:xfrm>
          <a:prstGeom prst="ellipse">
            <a:avLst/>
          </a:prstGeom>
          <a:solidFill>
            <a:srgbClr val="CADCFC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결과보고서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한국경제 뉴스 랜딩페이지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인터랙티비티 개선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Com4nent  ·  프로젝트 기반 UXUI 디자인 실전 캠프 5기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2026.07.03 – 2026.07.30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15568" y="131673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구성 및 역할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5568" y="218541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주제 및 선정배경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15568" y="305409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컨셉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15568" y="392277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수행절차 및 방법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937760" y="13716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504688" y="131673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내용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4937760" y="22402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504688" y="218541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 및 비즈니스 활용성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4937760" y="31089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04688" y="305409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영상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4937760" y="39776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504688" y="392277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평가 의견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503920" y="47594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구성 및 역할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Com4nent · 팀원 4명 · 강사 배동훈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993392" cy="3246120"/>
          </a:xfrm>
          <a:prstGeom prst="roundRect">
            <a:avLst>
              <a:gd name="adj" fmla="val 367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02436" y="16733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202436" y="1673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B9A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 (팀장)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62432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김민성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16276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B2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 및 업무 시간 통제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B2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우선순위 및 일정 관리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B2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주간 보고서 취합·기록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78608" y="1417320"/>
            <a:ext cx="1993392" cy="3246120"/>
          </a:xfrm>
          <a:prstGeom prst="roundRect">
            <a:avLst>
              <a:gd name="adj" fmla="val 367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23844" y="16733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3323844" y="1673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70048" y="22860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B9A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DESIGN OPS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70048" y="262432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김아영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2761488" y="3108960"/>
            <a:ext cx="16276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B2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 시스템 인수인계 및 고도화, md 작성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B2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 일관성 검수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B2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한경 디자인 시스템 unofficial 퍼블리싱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0016" y="1417320"/>
            <a:ext cx="1993392" cy="3246120"/>
          </a:xfrm>
          <a:prstGeom prst="roundRect">
            <a:avLst>
              <a:gd name="adj" fmla="val 367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45252" y="16733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45252" y="1673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윤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91456" y="22860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B9A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 OPS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91456" y="262432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윤다빈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882896" y="3108960"/>
            <a:ext cx="16276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B2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깃허브 파일 구조화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B2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레포 관리(MVP) 및 merge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B2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회의록 기록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21424" y="1417320"/>
            <a:ext cx="1993392" cy="3246120"/>
          </a:xfrm>
          <a:prstGeom prst="roundRect">
            <a:avLst>
              <a:gd name="adj" fmla="val 367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66660" y="16733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566660" y="1673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12864" y="22860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B9A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MEDIA/CONTENT OPS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12864" y="262432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이주희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7004304" y="3108960"/>
            <a:ext cx="16276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B2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슬라이드 초안 디자인 제작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B2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슬라이드 통합본 제작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B2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영상 총괄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8280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강사: 배동훈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503920" y="47594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주제 및 선정배경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기획의도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447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한국경제 뉴스 랜딩페이지 AI 인터랙티비티 개선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리서치와 과업 플로우 설계를 기반으로 한 금융 서비스 분야의 한국경제 도메인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랜딩페이지 UX/UI 개선 및 인터랙티브 프로토타입 제작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3977640" cy="2148840"/>
          </a:xfrm>
          <a:prstGeom prst="roundRect">
            <a:avLst>
              <a:gd name="adj" fmla="val 3404"/>
            </a:avLst>
          </a:prstGeom>
          <a:solidFill>
            <a:srgbClr val="F4F7FC"/>
          </a:solidFill>
          <a:ln w="15875">
            <a:solidFill>
              <a:srgbClr val="9DB2D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40080" y="2606040"/>
            <a:ext cx="3611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특화 포인트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[프로젝트 특화 포인트 삽입 영역]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2606040"/>
            <a:ext cx="3977640" cy="2148840"/>
          </a:xfrm>
          <a:prstGeom prst="roundRect">
            <a:avLst>
              <a:gd name="adj" fmla="val 3404"/>
            </a:avLst>
          </a:prstGeom>
          <a:solidFill>
            <a:srgbClr val="F4F7FC"/>
          </a:solidFill>
          <a:ln w="15875">
            <a:solidFill>
              <a:srgbClr val="9DB2DE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800600" y="2606040"/>
            <a:ext cx="3611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서비스와의 차별화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[유사 서비스 대비 차별화 포인트 삽입 영역]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03920" y="47594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컨셉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246120"/>
          </a:xfrm>
          <a:prstGeom prst="roundRect">
            <a:avLst>
              <a:gd name="adj" fmla="val 2254"/>
            </a:avLst>
          </a:prstGeom>
          <a:solidFill>
            <a:srgbClr val="F4F7FC"/>
          </a:solidFill>
          <a:ln w="15875">
            <a:solidFill>
              <a:srgbClr val="9DB2DE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78638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컨셉 삽입 영역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컨셉 키워드 · 방향성 · 무드보드/인포그래픽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3920" y="47594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수행절차 및 방법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 스프린트 · 활용 도구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714500" y="1801368"/>
            <a:ext cx="5468112" cy="0"/>
          </a:xfrm>
          <a:prstGeom prst="line">
            <a:avLst/>
          </a:prstGeom>
          <a:noFill/>
          <a:ln w="19050">
            <a:solidFill>
              <a:srgbClr val="9DB2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13332" y="160020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513332" y="1600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167128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2860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Sprint 1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94360" y="25694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B9A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07.03 (금) – 07.09 (목)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880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2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경쟁사·플랫폼 분석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2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 구체화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47388" y="160020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247388" y="1600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191256" y="2167128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/>
        </p:spPr>
      </p:sp>
      <p:sp>
        <p:nvSpPr>
          <p:cNvPr id="16" name="Text 14"/>
          <p:cNvSpPr/>
          <p:nvPr/>
        </p:nvSpPr>
        <p:spPr>
          <a:xfrm>
            <a:off x="3328416" y="22860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Sprint 2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328416" y="25694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B9A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07.10 (금) – 07.23 (목)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28416" y="2880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2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가설 설정·기능 정의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2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조사·검증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2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프로토타입 제작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81444" y="160020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981444" y="1600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925312" y="2167128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/>
        </p:spPr>
      </p:sp>
      <p:sp>
        <p:nvSpPr>
          <p:cNvPr id="22" name="Text 20"/>
          <p:cNvSpPr/>
          <p:nvPr/>
        </p:nvSpPr>
        <p:spPr>
          <a:xfrm>
            <a:off x="6062472" y="22860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Sprint 3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062472" y="25694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B9A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07.24 (금) – 07.30 (목)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062472" y="2880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2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마무리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2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결과보고 및 발표 준비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3703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 도구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041648"/>
            <a:ext cx="614477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041648"/>
            <a:ext cx="6144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Jira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199693" y="4041648"/>
            <a:ext cx="775411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1199693" y="4041648"/>
            <a:ext cx="7754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103120" y="4041648"/>
            <a:ext cx="694944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2103120" y="4041648"/>
            <a:ext cx="69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Figma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926080" y="4041648"/>
            <a:ext cx="775411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2926080" y="4041648"/>
            <a:ext cx="7754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829507" y="4041648"/>
            <a:ext cx="1821485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3829507" y="4041648"/>
            <a:ext cx="18214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GA4 · Looker Studio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4498848"/>
            <a:ext cx="978408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498848"/>
            <a:ext cx="978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Kano 모델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563624" y="4498848"/>
            <a:ext cx="1338682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1563624" y="4498848"/>
            <a:ext cx="13386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HEART · AARRR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030322" y="4498848"/>
            <a:ext cx="855878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3030322" y="4498848"/>
            <a:ext cx="8558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Mermaid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014216" y="4498848"/>
            <a:ext cx="1338682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4014216" y="4498848"/>
            <a:ext cx="13386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RICE · MoSCoW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480914" y="4498848"/>
            <a:ext cx="614477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5" name="Text 43"/>
          <p:cNvSpPr/>
          <p:nvPr/>
        </p:nvSpPr>
        <p:spPr>
          <a:xfrm>
            <a:off x="5480914" y="4498848"/>
            <a:ext cx="6144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Maze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503920" y="47594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내용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 기술 및 구현 방법 · 핵심 기능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23360" cy="3246120"/>
          </a:xfrm>
          <a:prstGeom prst="roundRect">
            <a:avLst>
              <a:gd name="adj" fmla="val 2254"/>
            </a:avLst>
          </a:prstGeom>
          <a:solidFill>
            <a:srgbClr val="F4F7FC"/>
          </a:solidFill>
          <a:ln w="15875">
            <a:solidFill>
              <a:srgbClr val="9DB2D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3657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 기술 및 구현 방법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[기술 스택 · 구현 프로세스 삽입 영역]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4023360" cy="3246120"/>
          </a:xfrm>
          <a:prstGeom prst="roundRect">
            <a:avLst>
              <a:gd name="adj" fmla="val 2254"/>
            </a:avLst>
          </a:prstGeom>
          <a:solidFill>
            <a:srgbClr val="F4F7FC"/>
          </a:solidFill>
          <a:ln w="15875">
            <a:solidFill>
              <a:srgbClr val="9DB2DE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846320" y="1417320"/>
            <a:ext cx="3657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[핵심 기능 스크린샷/인포그래픽 삽입 영역]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0" y="47594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내용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결과 · 수행 과정 피드백 및 적용 내용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23360" cy="3246120"/>
          </a:xfrm>
          <a:prstGeom prst="roundRect">
            <a:avLst>
              <a:gd name="adj" fmla="val 2254"/>
            </a:avLst>
          </a:prstGeom>
          <a:solidFill>
            <a:srgbClr val="F4F7FC"/>
          </a:solidFill>
          <a:ln w="15875">
            <a:solidFill>
              <a:srgbClr val="9DB2D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3657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결과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[최종 프로토타입 화면 삽입 영역]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4023360" cy="3246120"/>
          </a:xfrm>
          <a:prstGeom prst="roundRect">
            <a:avLst>
              <a:gd name="adj" fmla="val 2254"/>
            </a:avLst>
          </a:prstGeom>
          <a:solidFill>
            <a:srgbClr val="F4F7FC"/>
          </a:solidFill>
          <a:ln w="15875">
            <a:solidFill>
              <a:srgbClr val="9DB2DE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846320" y="1417320"/>
            <a:ext cx="3657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피드백 및 적용 내용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[수행 과정 중 받은 피드백과 반영 내용 삽입 영역]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0" y="47594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 및 비즈니스 실무 활용성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246120"/>
          </a:xfrm>
          <a:prstGeom prst="roundRect">
            <a:avLst>
              <a:gd name="adj" fmla="val 2254"/>
            </a:avLst>
          </a:prstGeom>
          <a:solidFill>
            <a:srgbClr val="F4F7FC"/>
          </a:solidFill>
          <a:ln w="15875">
            <a:solidFill>
              <a:srgbClr val="9DB2DE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78638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 및 비즈니스 실무 활용성 삽입 영역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정량적 기대효과 · 실무 적용 시나리오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3920" y="47594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영상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371600" y="1417320"/>
            <a:ext cx="6400800" cy="3246120"/>
          </a:xfrm>
          <a:prstGeom prst="roundRect">
            <a:avLst>
              <a:gd name="adj" fmla="val 2254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0" y="2560320"/>
            <a:ext cx="731520" cy="731520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4416552" y="2743200"/>
            <a:ext cx="329184" cy="365760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429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[영상 삽입 예정]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749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영상 링크 또는 embed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03920" y="47594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평가 의견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 w="15875">
            <a:solidFill>
              <a:srgbClr val="9DB2DE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3611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완성도 평가 (10점 만점)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[사전 기획 대비 완성도 평가 점수 삽입]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17720" y="141732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 w="15875">
            <a:solidFill>
              <a:srgbClr val="9DB2D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800600" y="1417320"/>
            <a:ext cx="3611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점 / 아쉬운 점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[팀/개인 관점 정리 삽입 영역]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 w="15875">
            <a:solidFill>
              <a:srgbClr val="9DB2D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40080" y="3017520"/>
            <a:ext cx="3611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추후 개선점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[보완이 필요한 부분 삽입 영역]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301752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 w="15875">
            <a:solidFill>
              <a:srgbClr val="9DB2DE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800600" y="3017520"/>
            <a:ext cx="3611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느낀 점 / 경험한 성과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[회고 및 성과 정리 삽입 영역]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03920" y="47594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2011680"/>
            <a:ext cx="5943600" cy="5943600"/>
          </a:xfrm>
          <a:prstGeom prst="ellipse">
            <a:avLst/>
          </a:prstGeom>
          <a:solidFill>
            <a:srgbClr val="0FB9A7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2766060"/>
            <a:ext cx="4023360" cy="4023360"/>
          </a:xfrm>
          <a:prstGeom prst="ellipse">
            <a:avLst/>
          </a:prstGeom>
          <a:solidFill>
            <a:srgbClr val="CADCFC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Com4nent  ·  한국경제 뉴스 랜딩페이지 AI 인터랙티비티 개선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결과보고서_Com4nent</dc:title>
  <dc:subject>PptxGenJS Presentation</dc:subject>
  <dc:creator>Com4nent</dc:creator>
  <cp:lastModifiedBy>Com4nent</cp:lastModifiedBy>
  <cp:revision>1</cp:revision>
  <dcterms:created xsi:type="dcterms:W3CDTF">2026-07-09T08:44:21Z</dcterms:created>
  <dcterms:modified xsi:type="dcterms:W3CDTF">2026-07-09T08:44:21Z</dcterms:modified>
</cp:coreProperties>
</file>